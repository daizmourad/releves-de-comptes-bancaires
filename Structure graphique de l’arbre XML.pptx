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2" d="100"/>
          <a:sy n="62" d="100"/>
        </p:scale>
        <p:origin x="828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CCCCA3-C392-98A1-6A2A-E62E65869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60C4FC-136E-4D31-CAE1-66A1709610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D49C010-3A87-34EA-6DBA-8810B0777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804905-8E03-FD85-095E-97F3BB968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57E2F0A-33BD-D929-8B87-57A699CD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371216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6D830D-B6AA-DF58-F6ED-AC415E430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B53A0CA-B3E3-9738-E148-8A5673214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C73BF4-6E42-1026-41C0-2DDC70332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D1D6FF-D863-DA28-F6CE-6E2BD034E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83A50BD-D22A-6080-5DDF-CDDFF7A96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998782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A42EC9D-A82E-D68D-FBF2-DD7771F0A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BD5A929-AA1C-47C8-FC7A-4F1883E39F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182DDC-F671-29D6-EA19-36871DC6B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C850F83-04D7-A0A1-9D91-5C51305CF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1BD866E-F0A6-AC04-8F66-A488AB01D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9777996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43DB0E-3456-E485-7978-BA5115B3F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087A95-25C4-B601-520F-DEDCBD7F5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CB9770B-DFAC-18B7-4D3E-73D2B9074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4832D1-1C61-3B52-6C7E-A101CEF86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DFFA687-7C0B-8EF0-6D37-D7FF7DA3A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D22266-1B76-7E7E-8084-F2251BE1A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90577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138E7-F07E-5643-BBA0-854C2478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9C95F51-D772-30F7-4797-6F7988CCB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9313DDB-0864-1BA9-F305-195588F239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A782163-76D2-A46F-6E34-426968E42D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B0CB2D4-40E0-3344-AB19-96F77829E2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6A85313-201E-29AE-63CB-BFC0F793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8E57B68-44C3-092C-26C0-30BC782E2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0581A32-C538-0562-3BE5-960C5536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346262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68774C-4091-D491-0986-16E972459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7FD0D69-09B3-68AA-BACE-54FA79F0F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770819-5CE6-A926-661F-C93F4E7CE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AA79192-DF8E-80B9-FC98-47A9F6E1B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526280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43745D5-D527-1089-7F47-7980B2E1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F1E156C-AE44-BD6D-5F5B-BA2AA1750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09D85B3-5F1B-6626-E339-3EFA4786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1511216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72AD71D-B5E6-FDCE-5283-BB0CB5BAC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62542E8-B286-12B2-0A86-71DEB8A3B5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DADCDF9-421A-0000-839B-743F8772D9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2BD0A93-8A0E-B46F-DCF3-D33052E15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CE3A5AF-E57B-BBA0-D929-205CCAEC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CE1950D-17D3-5C03-8037-296B250E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130960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9CF76-9C2A-06E0-F879-847046CC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C7ACA6B-F6D3-AB22-ED4E-687EF1546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M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DC280D8F-7D48-3DC3-FDD9-C9E4684786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A332761-6931-9DFC-F473-789F7EA9F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483279-81E0-C98B-929B-A826860D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6D2DE61-185C-7F72-E4CF-7CC18D686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2662120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7B7348-6F39-EEF6-E335-D866B2463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F54298A-D261-0DAE-A1B9-D4748D0BC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6F4B132-DB1B-3065-D9C6-E5BA63377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81E804-4BF6-8868-8A7C-B7615C387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EC33140-CF99-E7F9-C8FE-344D5A140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5150943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7310B13-A4E3-C75C-400E-D2262FEC30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6C68773-8FC3-3833-EA24-320C2425F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603E41-D9FC-8E18-A5D6-65DB24B16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8064EF3-2C42-4F3D-AFD3-5B7779A15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B676609-0A6B-C3BA-7644-A50018B6C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262095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E7F99CE-4374-99CA-2F80-0F925EBDF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M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F389327-B767-E3F0-4230-609371C9D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M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B88640C-E5D4-303D-4E81-749CAF0BF1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6B017E-4337-4823-84CB-EF8D91891A97}" type="datetimeFigureOut">
              <a:rPr lang="fr-MA" smtClean="0"/>
              <a:t>30/12/2025</a:t>
            </a:fld>
            <a:endParaRPr lang="fr-M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16745E9-12FA-416A-866A-8DF235033C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M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DE1A82-F74D-E4DC-FC5F-E33465EF4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5C27D1-A2CC-463C-B0F3-6440502CFFE5}" type="slidenum">
              <a:rPr lang="fr-MA" smtClean="0"/>
              <a:t>‹N°›</a:t>
            </a:fld>
            <a:endParaRPr lang="fr-MA"/>
          </a:p>
        </p:txBody>
      </p:sp>
    </p:spTree>
    <p:extLst>
      <p:ext uri="{BB962C8B-B14F-4D97-AF65-F5344CB8AC3E}">
        <p14:creationId xmlns:p14="http://schemas.microsoft.com/office/powerpoint/2010/main" val="355029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D15615-3F87-3356-4EC0-5F5FCE413CE3}"/>
              </a:ext>
            </a:extLst>
          </p:cNvPr>
          <p:cNvSpPr/>
          <p:nvPr/>
        </p:nvSpPr>
        <p:spPr>
          <a:xfrm>
            <a:off x="503434" y="236306"/>
            <a:ext cx="1212350" cy="5239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Releve</a:t>
            </a:r>
            <a:r>
              <a:rPr lang="en-US" dirty="0"/>
              <a:t> </a:t>
            </a:r>
            <a:endParaRPr lang="fr-MA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DA5FC-D9E4-8F55-2594-6DFB08A75F39}"/>
              </a:ext>
            </a:extLst>
          </p:cNvPr>
          <p:cNvSpPr/>
          <p:nvPr/>
        </p:nvSpPr>
        <p:spPr>
          <a:xfrm>
            <a:off x="2691829" y="1130156"/>
            <a:ext cx="1315092" cy="53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DateReleve</a:t>
            </a:r>
            <a:endParaRPr lang="fr-MA" dirty="0"/>
          </a:p>
        </p:txBody>
      </p:sp>
      <p:sp>
        <p:nvSpPr>
          <p:cNvPr id="9" name="Organigramme : Connecteur 8">
            <a:extLst>
              <a:ext uri="{FF2B5EF4-FFF2-40B4-BE49-F238E27FC236}">
                <a16:creationId xmlns:a16="http://schemas.microsoft.com/office/drawing/2014/main" id="{3B337144-F519-39F5-C98A-E5254E9150F3}"/>
              </a:ext>
            </a:extLst>
          </p:cNvPr>
          <p:cNvSpPr/>
          <p:nvPr/>
        </p:nvSpPr>
        <p:spPr>
          <a:xfrm>
            <a:off x="671247" y="1499164"/>
            <a:ext cx="847189" cy="523982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RIB</a:t>
            </a:r>
          </a:p>
        </p:txBody>
      </p:sp>
      <p:sp>
        <p:nvSpPr>
          <p:cNvPr id="10" name="Organigramme : Connecteur 9">
            <a:extLst>
              <a:ext uri="{FF2B5EF4-FFF2-40B4-BE49-F238E27FC236}">
                <a16:creationId xmlns:a16="http://schemas.microsoft.com/office/drawing/2014/main" id="{0CD8EA30-9BE7-456C-AB54-F99FECFF8378}"/>
              </a:ext>
            </a:extLst>
          </p:cNvPr>
          <p:cNvSpPr/>
          <p:nvPr/>
        </p:nvSpPr>
        <p:spPr>
          <a:xfrm>
            <a:off x="5825447" y="2970091"/>
            <a:ext cx="2044557" cy="5342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DateDebut</a:t>
            </a:r>
            <a:endParaRPr lang="fr-MA" dirty="0"/>
          </a:p>
        </p:txBody>
      </p:sp>
      <p:sp>
        <p:nvSpPr>
          <p:cNvPr id="11" name="Organigramme : Connecteur 10">
            <a:extLst>
              <a:ext uri="{FF2B5EF4-FFF2-40B4-BE49-F238E27FC236}">
                <a16:creationId xmlns:a16="http://schemas.microsoft.com/office/drawing/2014/main" id="{EBCB5BC3-A686-6B94-6232-EFF4328E8F53}"/>
              </a:ext>
            </a:extLst>
          </p:cNvPr>
          <p:cNvSpPr/>
          <p:nvPr/>
        </p:nvSpPr>
        <p:spPr>
          <a:xfrm>
            <a:off x="5825446" y="3809790"/>
            <a:ext cx="2044557" cy="534256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DateFin</a:t>
            </a:r>
            <a:endParaRPr lang="fr-MA" dirty="0"/>
          </a:p>
        </p:txBody>
      </p:sp>
      <p:sp>
        <p:nvSpPr>
          <p:cNvPr id="15" name="Organigramme : Connecteur 14">
            <a:extLst>
              <a:ext uri="{FF2B5EF4-FFF2-40B4-BE49-F238E27FC236}">
                <a16:creationId xmlns:a16="http://schemas.microsoft.com/office/drawing/2014/main" id="{07DFA78B-3DDC-E308-EB43-CB44EE9537DA}"/>
              </a:ext>
            </a:extLst>
          </p:cNvPr>
          <p:cNvSpPr/>
          <p:nvPr/>
        </p:nvSpPr>
        <p:spPr>
          <a:xfrm>
            <a:off x="2041987" y="1242311"/>
            <a:ext cx="323637" cy="25685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sp>
        <p:nvSpPr>
          <p:cNvPr id="16" name="Organigramme : Connecteur 15">
            <a:extLst>
              <a:ext uri="{FF2B5EF4-FFF2-40B4-BE49-F238E27FC236}">
                <a16:creationId xmlns:a16="http://schemas.microsoft.com/office/drawing/2014/main" id="{72302218-4609-0314-351E-EF0286978677}"/>
              </a:ext>
            </a:extLst>
          </p:cNvPr>
          <p:cNvSpPr/>
          <p:nvPr/>
        </p:nvSpPr>
        <p:spPr>
          <a:xfrm>
            <a:off x="910975" y="1036405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17" name="Organigramme : Connecteur 16">
            <a:extLst>
              <a:ext uri="{FF2B5EF4-FFF2-40B4-BE49-F238E27FC236}">
                <a16:creationId xmlns:a16="http://schemas.microsoft.com/office/drawing/2014/main" id="{188C6D33-C59B-EB82-9420-EED65B8E3E2D}"/>
              </a:ext>
            </a:extLst>
          </p:cNvPr>
          <p:cNvSpPr/>
          <p:nvPr/>
        </p:nvSpPr>
        <p:spPr>
          <a:xfrm>
            <a:off x="4717549" y="3113286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19" name="Organigramme : Connecteur 18">
            <a:extLst>
              <a:ext uri="{FF2B5EF4-FFF2-40B4-BE49-F238E27FC236}">
                <a16:creationId xmlns:a16="http://schemas.microsoft.com/office/drawing/2014/main" id="{4E9C396A-0A63-1FC1-2998-4989E77F11B8}"/>
              </a:ext>
            </a:extLst>
          </p:cNvPr>
          <p:cNvSpPr/>
          <p:nvPr/>
        </p:nvSpPr>
        <p:spPr>
          <a:xfrm>
            <a:off x="4726110" y="3936084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765B885-CEEC-C000-280C-AD2D71A5161D}"/>
              </a:ext>
            </a:extLst>
          </p:cNvPr>
          <p:cNvSpPr/>
          <p:nvPr/>
        </p:nvSpPr>
        <p:spPr>
          <a:xfrm>
            <a:off x="2691829" y="2943976"/>
            <a:ext cx="1315092" cy="53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Operations </a:t>
            </a:r>
            <a:endParaRPr lang="fr-MA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643DC05-C1A4-BE1C-633B-7B897BB3E157}"/>
              </a:ext>
            </a:extLst>
          </p:cNvPr>
          <p:cNvSpPr/>
          <p:nvPr/>
        </p:nvSpPr>
        <p:spPr>
          <a:xfrm>
            <a:off x="2691829" y="2028931"/>
            <a:ext cx="1315092" cy="53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Solde</a:t>
            </a:r>
            <a:endParaRPr lang="fr-MA" dirty="0"/>
          </a:p>
        </p:txBody>
      </p:sp>
      <p:cxnSp>
        <p:nvCxnSpPr>
          <p:cNvPr id="28" name="Connecteur : en angle 27">
            <a:extLst>
              <a:ext uri="{FF2B5EF4-FFF2-40B4-BE49-F238E27FC236}">
                <a16:creationId xmlns:a16="http://schemas.microsoft.com/office/drawing/2014/main" id="{F58D668E-24B9-AAE1-4CCB-C61CC990C6B5}"/>
              </a:ext>
            </a:extLst>
          </p:cNvPr>
          <p:cNvCxnSpPr>
            <a:cxnSpLocks/>
            <a:stCxn id="4" idx="3"/>
            <a:endCxn id="25" idx="1"/>
          </p:cNvCxnSpPr>
          <p:nvPr/>
        </p:nvCxnSpPr>
        <p:spPr>
          <a:xfrm>
            <a:off x="1715784" y="498297"/>
            <a:ext cx="976045" cy="2712807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 : en angle 31">
            <a:extLst>
              <a:ext uri="{FF2B5EF4-FFF2-40B4-BE49-F238E27FC236}">
                <a16:creationId xmlns:a16="http://schemas.microsoft.com/office/drawing/2014/main" id="{A0CDA956-855C-98BD-FEC4-7FA1A4951D24}"/>
              </a:ext>
            </a:extLst>
          </p:cNvPr>
          <p:cNvCxnSpPr>
            <a:stCxn id="4" idx="3"/>
            <a:endCxn id="26" idx="1"/>
          </p:cNvCxnSpPr>
          <p:nvPr/>
        </p:nvCxnSpPr>
        <p:spPr>
          <a:xfrm>
            <a:off x="1715784" y="498297"/>
            <a:ext cx="976045" cy="1797762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 : en angle 36">
            <a:extLst>
              <a:ext uri="{FF2B5EF4-FFF2-40B4-BE49-F238E27FC236}">
                <a16:creationId xmlns:a16="http://schemas.microsoft.com/office/drawing/2014/main" id="{B4709391-60AF-05CA-F8E3-7DA68DB20D8A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1715784" y="498297"/>
            <a:ext cx="976045" cy="89898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Organigramme : Connecteur 38">
            <a:extLst>
              <a:ext uri="{FF2B5EF4-FFF2-40B4-BE49-F238E27FC236}">
                <a16:creationId xmlns:a16="http://schemas.microsoft.com/office/drawing/2014/main" id="{EB8D74AF-B556-CB4A-0DEF-B31D82BF8148}"/>
              </a:ext>
            </a:extLst>
          </p:cNvPr>
          <p:cNvSpPr/>
          <p:nvPr/>
        </p:nvSpPr>
        <p:spPr>
          <a:xfrm>
            <a:off x="2041987" y="2167738"/>
            <a:ext cx="323637" cy="25685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sp>
        <p:nvSpPr>
          <p:cNvPr id="40" name="Organigramme : Connecteur 39">
            <a:extLst>
              <a:ext uri="{FF2B5EF4-FFF2-40B4-BE49-F238E27FC236}">
                <a16:creationId xmlns:a16="http://schemas.microsoft.com/office/drawing/2014/main" id="{C6901914-9A2C-9DC9-B779-914721A1DF71}"/>
              </a:ext>
            </a:extLst>
          </p:cNvPr>
          <p:cNvSpPr/>
          <p:nvPr/>
        </p:nvSpPr>
        <p:spPr>
          <a:xfrm>
            <a:off x="2041987" y="3066513"/>
            <a:ext cx="323637" cy="25685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cxnSp>
        <p:nvCxnSpPr>
          <p:cNvPr id="44" name="Connecteur : en angle 43">
            <a:extLst>
              <a:ext uri="{FF2B5EF4-FFF2-40B4-BE49-F238E27FC236}">
                <a16:creationId xmlns:a16="http://schemas.microsoft.com/office/drawing/2014/main" id="{3619F539-7FC5-2D9C-F217-6CC3B1D5F276}"/>
              </a:ext>
            </a:extLst>
          </p:cNvPr>
          <p:cNvCxnSpPr>
            <a:stCxn id="4" idx="2"/>
            <a:endCxn id="9" idx="0"/>
          </p:cNvCxnSpPr>
          <p:nvPr/>
        </p:nvCxnSpPr>
        <p:spPr>
          <a:xfrm rot="5400000">
            <a:off x="732788" y="1122343"/>
            <a:ext cx="738876" cy="1476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 : en angle 46">
            <a:extLst>
              <a:ext uri="{FF2B5EF4-FFF2-40B4-BE49-F238E27FC236}">
                <a16:creationId xmlns:a16="http://schemas.microsoft.com/office/drawing/2014/main" id="{DCFE9AED-0A22-3187-6312-4AD390397186}"/>
              </a:ext>
            </a:extLst>
          </p:cNvPr>
          <p:cNvCxnSpPr>
            <a:stCxn id="25" idx="3"/>
            <a:endCxn id="10" idx="2"/>
          </p:cNvCxnSpPr>
          <p:nvPr/>
        </p:nvCxnSpPr>
        <p:spPr>
          <a:xfrm>
            <a:off x="4006921" y="3211104"/>
            <a:ext cx="1818526" cy="26115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 : en angle 48">
            <a:extLst>
              <a:ext uri="{FF2B5EF4-FFF2-40B4-BE49-F238E27FC236}">
                <a16:creationId xmlns:a16="http://schemas.microsoft.com/office/drawing/2014/main" id="{EB2B1515-F39F-CC8E-5F47-703CC81231C2}"/>
              </a:ext>
            </a:extLst>
          </p:cNvPr>
          <p:cNvCxnSpPr>
            <a:cxnSpLocks/>
            <a:stCxn id="25" idx="3"/>
            <a:endCxn id="11" idx="2"/>
          </p:cNvCxnSpPr>
          <p:nvPr/>
        </p:nvCxnSpPr>
        <p:spPr>
          <a:xfrm>
            <a:off x="4006921" y="3211104"/>
            <a:ext cx="1818525" cy="86581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2DA0FB67-89C2-C885-8D7A-15927B77E779}"/>
              </a:ext>
            </a:extLst>
          </p:cNvPr>
          <p:cNvSpPr/>
          <p:nvPr/>
        </p:nvSpPr>
        <p:spPr>
          <a:xfrm>
            <a:off x="2691829" y="4602819"/>
            <a:ext cx="1315092" cy="53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Operation </a:t>
            </a:r>
            <a:endParaRPr lang="fr-MA" dirty="0"/>
          </a:p>
        </p:txBody>
      </p:sp>
      <p:cxnSp>
        <p:nvCxnSpPr>
          <p:cNvPr id="57" name="Connecteur : en angle 56">
            <a:extLst>
              <a:ext uri="{FF2B5EF4-FFF2-40B4-BE49-F238E27FC236}">
                <a16:creationId xmlns:a16="http://schemas.microsoft.com/office/drawing/2014/main" id="{21B68607-B0F4-55AD-E33D-01AA136A5589}"/>
              </a:ext>
            </a:extLst>
          </p:cNvPr>
          <p:cNvCxnSpPr>
            <a:cxnSpLocks/>
            <a:stCxn id="4" idx="3"/>
            <a:endCxn id="53" idx="1"/>
          </p:cNvCxnSpPr>
          <p:nvPr/>
        </p:nvCxnSpPr>
        <p:spPr>
          <a:xfrm>
            <a:off x="1715784" y="498297"/>
            <a:ext cx="976045" cy="437165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Organigramme : Connecteur 57">
            <a:extLst>
              <a:ext uri="{FF2B5EF4-FFF2-40B4-BE49-F238E27FC236}">
                <a16:creationId xmlns:a16="http://schemas.microsoft.com/office/drawing/2014/main" id="{D85AEBF4-6366-B35E-0EB0-1E0A3DBE35CC}"/>
              </a:ext>
            </a:extLst>
          </p:cNvPr>
          <p:cNvSpPr/>
          <p:nvPr/>
        </p:nvSpPr>
        <p:spPr>
          <a:xfrm>
            <a:off x="2025718" y="4741520"/>
            <a:ext cx="323637" cy="256853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  <a:endParaRPr lang="fr-MA" dirty="0"/>
          </a:p>
        </p:txBody>
      </p:sp>
      <p:sp>
        <p:nvSpPr>
          <p:cNvPr id="59" name="Organigramme : Connecteur 58">
            <a:extLst>
              <a:ext uri="{FF2B5EF4-FFF2-40B4-BE49-F238E27FC236}">
                <a16:creationId xmlns:a16="http://schemas.microsoft.com/office/drawing/2014/main" id="{D7A9E66E-339C-DB2E-19AC-42DA9429B0AD}"/>
              </a:ext>
            </a:extLst>
          </p:cNvPr>
          <p:cNvSpPr/>
          <p:nvPr/>
        </p:nvSpPr>
        <p:spPr>
          <a:xfrm>
            <a:off x="5664484" y="4641453"/>
            <a:ext cx="1845924" cy="4569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 err="1"/>
              <a:t>Dype</a:t>
            </a:r>
            <a:endParaRPr lang="fr-MA" dirty="0"/>
          </a:p>
        </p:txBody>
      </p:sp>
      <p:sp>
        <p:nvSpPr>
          <p:cNvPr id="60" name="Organigramme : Connecteur 59">
            <a:extLst>
              <a:ext uri="{FF2B5EF4-FFF2-40B4-BE49-F238E27FC236}">
                <a16:creationId xmlns:a16="http://schemas.microsoft.com/office/drawing/2014/main" id="{6B1EE675-27B2-75B8-79E9-B8B13514C867}"/>
              </a:ext>
            </a:extLst>
          </p:cNvPr>
          <p:cNvSpPr/>
          <p:nvPr/>
        </p:nvSpPr>
        <p:spPr>
          <a:xfrm>
            <a:off x="5664483" y="5166621"/>
            <a:ext cx="1845925" cy="456989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Date</a:t>
            </a:r>
          </a:p>
        </p:txBody>
      </p:sp>
      <p:sp>
        <p:nvSpPr>
          <p:cNvPr id="61" name="Organigramme : Connecteur 60">
            <a:extLst>
              <a:ext uri="{FF2B5EF4-FFF2-40B4-BE49-F238E27FC236}">
                <a16:creationId xmlns:a16="http://schemas.microsoft.com/office/drawing/2014/main" id="{75ADA3D9-D458-D9B4-30DF-0BB6AAD7393A}"/>
              </a:ext>
            </a:extLst>
          </p:cNvPr>
          <p:cNvSpPr/>
          <p:nvPr/>
        </p:nvSpPr>
        <p:spPr>
          <a:xfrm>
            <a:off x="5664484" y="5719176"/>
            <a:ext cx="1845925" cy="46083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Montant </a:t>
            </a:r>
          </a:p>
        </p:txBody>
      </p:sp>
      <p:sp>
        <p:nvSpPr>
          <p:cNvPr id="62" name="Organigramme : Connecteur 61">
            <a:extLst>
              <a:ext uri="{FF2B5EF4-FFF2-40B4-BE49-F238E27FC236}">
                <a16:creationId xmlns:a16="http://schemas.microsoft.com/office/drawing/2014/main" id="{FAA301CD-0FAA-CC3B-963E-C13B87CBD530}"/>
              </a:ext>
            </a:extLst>
          </p:cNvPr>
          <p:cNvSpPr/>
          <p:nvPr/>
        </p:nvSpPr>
        <p:spPr>
          <a:xfrm>
            <a:off x="5664484" y="6248190"/>
            <a:ext cx="1845925" cy="46083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MA" dirty="0"/>
              <a:t>Description</a:t>
            </a:r>
          </a:p>
        </p:txBody>
      </p:sp>
      <p:cxnSp>
        <p:nvCxnSpPr>
          <p:cNvPr id="65" name="Connecteur : en angle 64">
            <a:extLst>
              <a:ext uri="{FF2B5EF4-FFF2-40B4-BE49-F238E27FC236}">
                <a16:creationId xmlns:a16="http://schemas.microsoft.com/office/drawing/2014/main" id="{F822EB9E-BF2E-57D6-076D-C53D1719DC0B}"/>
              </a:ext>
            </a:extLst>
          </p:cNvPr>
          <p:cNvCxnSpPr>
            <a:stCxn id="53" idx="3"/>
            <a:endCxn id="59" idx="2"/>
          </p:cNvCxnSpPr>
          <p:nvPr/>
        </p:nvCxnSpPr>
        <p:spPr>
          <a:xfrm>
            <a:off x="4006921" y="4869947"/>
            <a:ext cx="1657563" cy="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eur : en angle 66">
            <a:extLst>
              <a:ext uri="{FF2B5EF4-FFF2-40B4-BE49-F238E27FC236}">
                <a16:creationId xmlns:a16="http://schemas.microsoft.com/office/drawing/2014/main" id="{7C7B163D-2661-F5DE-0F9B-986993C05AE6}"/>
              </a:ext>
            </a:extLst>
          </p:cNvPr>
          <p:cNvCxnSpPr>
            <a:stCxn id="53" idx="3"/>
            <a:endCxn id="60" idx="2"/>
          </p:cNvCxnSpPr>
          <p:nvPr/>
        </p:nvCxnSpPr>
        <p:spPr>
          <a:xfrm>
            <a:off x="4006921" y="4869947"/>
            <a:ext cx="1657562" cy="525169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necteur : en angle 68">
            <a:extLst>
              <a:ext uri="{FF2B5EF4-FFF2-40B4-BE49-F238E27FC236}">
                <a16:creationId xmlns:a16="http://schemas.microsoft.com/office/drawing/2014/main" id="{A0258A99-987A-2F31-5770-F348B7A86957}"/>
              </a:ext>
            </a:extLst>
          </p:cNvPr>
          <p:cNvCxnSpPr>
            <a:stCxn id="53" idx="3"/>
            <a:endCxn id="61" idx="2"/>
          </p:cNvCxnSpPr>
          <p:nvPr/>
        </p:nvCxnSpPr>
        <p:spPr>
          <a:xfrm>
            <a:off x="4006921" y="4869947"/>
            <a:ext cx="1657563" cy="107964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necteur : en angle 70">
            <a:extLst>
              <a:ext uri="{FF2B5EF4-FFF2-40B4-BE49-F238E27FC236}">
                <a16:creationId xmlns:a16="http://schemas.microsoft.com/office/drawing/2014/main" id="{A49D1644-183F-EEB0-2309-A8DA31B44155}"/>
              </a:ext>
            </a:extLst>
          </p:cNvPr>
          <p:cNvCxnSpPr>
            <a:stCxn id="53" idx="3"/>
            <a:endCxn id="62" idx="2"/>
          </p:cNvCxnSpPr>
          <p:nvPr/>
        </p:nvCxnSpPr>
        <p:spPr>
          <a:xfrm>
            <a:off x="4006921" y="4869947"/>
            <a:ext cx="1657563" cy="160866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Organigramme : Connecteur 76">
            <a:extLst>
              <a:ext uri="{FF2B5EF4-FFF2-40B4-BE49-F238E27FC236}">
                <a16:creationId xmlns:a16="http://schemas.microsoft.com/office/drawing/2014/main" id="{E6645030-0A66-590B-2704-8AE32D787A6E}"/>
              </a:ext>
            </a:extLst>
          </p:cNvPr>
          <p:cNvSpPr/>
          <p:nvPr/>
        </p:nvSpPr>
        <p:spPr>
          <a:xfrm>
            <a:off x="4633643" y="6345951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78" name="Organigramme : Connecteur 77">
            <a:extLst>
              <a:ext uri="{FF2B5EF4-FFF2-40B4-BE49-F238E27FC236}">
                <a16:creationId xmlns:a16="http://schemas.microsoft.com/office/drawing/2014/main" id="{F8B50FB1-324F-A403-5B7D-7CE2B10A5349}"/>
              </a:ext>
            </a:extLst>
          </p:cNvPr>
          <p:cNvSpPr/>
          <p:nvPr/>
        </p:nvSpPr>
        <p:spPr>
          <a:xfrm>
            <a:off x="4609669" y="4746013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79" name="Organigramme : Connecteur 78">
            <a:extLst>
              <a:ext uri="{FF2B5EF4-FFF2-40B4-BE49-F238E27FC236}">
                <a16:creationId xmlns:a16="http://schemas.microsoft.com/office/drawing/2014/main" id="{1C7A3E74-B2CC-C092-B763-54CDDE0F6166}"/>
              </a:ext>
            </a:extLst>
          </p:cNvPr>
          <p:cNvSpPr/>
          <p:nvPr/>
        </p:nvSpPr>
        <p:spPr>
          <a:xfrm>
            <a:off x="4609670" y="5243709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  <p:sp>
        <p:nvSpPr>
          <p:cNvPr id="80" name="Organigramme : Connecteur 79">
            <a:extLst>
              <a:ext uri="{FF2B5EF4-FFF2-40B4-BE49-F238E27FC236}">
                <a16:creationId xmlns:a16="http://schemas.microsoft.com/office/drawing/2014/main" id="{04884E85-7208-6CA1-FF42-4DF4810DAB4E}"/>
              </a:ext>
            </a:extLst>
          </p:cNvPr>
          <p:cNvSpPr/>
          <p:nvPr/>
        </p:nvSpPr>
        <p:spPr>
          <a:xfrm>
            <a:off x="4659326" y="5825660"/>
            <a:ext cx="397267" cy="247865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@</a:t>
            </a:r>
            <a:endParaRPr lang="fr-MA" dirty="0"/>
          </a:p>
        </p:txBody>
      </p:sp>
    </p:spTree>
    <p:extLst>
      <p:ext uri="{BB962C8B-B14F-4D97-AF65-F5344CB8AC3E}">
        <p14:creationId xmlns:p14="http://schemas.microsoft.com/office/powerpoint/2010/main" val="242637029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Microsoft Office PowerPoint</Application>
  <PresentationFormat>Grand écran</PresentationFormat>
  <Paragraphs>23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MOURAD DAIZ</dc:creator>
  <cp:lastModifiedBy>MOURAD DAIZ</cp:lastModifiedBy>
  <cp:revision>1</cp:revision>
  <dcterms:created xsi:type="dcterms:W3CDTF">2025-12-30T20:09:14Z</dcterms:created>
  <dcterms:modified xsi:type="dcterms:W3CDTF">2025-12-30T20:09:23Z</dcterms:modified>
</cp:coreProperties>
</file>